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Candidate Ranking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 over keyword matching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AI Hackathon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411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28016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21295C">
              <a:alpha val="7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1371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Talent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Recruiters review hundreds of profiles, still miss the right person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219456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21295C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2860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Trap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Marketing managers with AI buzzwords rank above real engineers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310896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21295C">
              <a:alpha val="7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200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Profiles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 behavioral signals — is the candidate actually available?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402336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21295C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114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Traps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~80 honeypot candidates with impossible profiles exist in the data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Architecture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296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A: Pre-computation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once, no time limit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384-dim text embeddings for 100K candidates using all-MiniLM-L6-v2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~64 honeypot candidates via 4 integrity checks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embeddings.npy (147MB), honeypots.json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B: Runtime Ranking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3776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seconds, CPU only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20116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100K candidates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 per candidate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 (honeypots, consulting-only, non-tech)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scoring with behavioral modifier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top 100 as CSV with reasoning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Scoring System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detected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Consulting-only career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 + no AI evidence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05156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Fit (0–1)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30%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Career: 25%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15%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Semantic: 10%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10%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5%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Education: 5%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105156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1792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(0.5–1.2x)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1792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50%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(response rate, recency)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30%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(GitHub, verifications)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period: 20%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 =  Fit Score  ×  Behavioral Modifier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Keywords: Multi-Signal Features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Features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skills → MUST_HAVE / STRONG_SIGNAL / SUPPORTING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groups (FAISS = Pinecone = Qdrant)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= proficiency × endorsements × duration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8328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56616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Text Analysis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566160" y="17373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detection of retrieval, ML, production keywords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evidence: deployed, scale, latency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firm career detection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0" y="17373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 embeddings (384-dim)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meaning beyond exact keywords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"RecSys engineer" matches "retrieval engineer"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Detection Strategy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Mismatch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Claimed months &gt; 2× actual date 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Zero 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proficiency with 0 months on 2+ 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YOE vs Career 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Claimed YOE &gt; career span + 3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After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entry with start_date &gt; end_date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4747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/>
        </p:spPr>
      </p:sp>
      <p:sp>
        <p:nvSpPr>
          <p:cNvPr id="6" name="Text 2"/>
          <p:cNvSpPr/>
          <p:nvPr/>
        </p:nvSpPr>
        <p:spPr>
          <a:xfrm>
            <a:off x="731520" y="3520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honeypots detected</a:t>
            </a:r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 top 100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017520"/>
                <a:gridCol w="64008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AI Engineer @ Razorpay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BM25, Elasticsearch, Embeddings, 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Engineer @ Microsoft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BM25, L2R, OpenSearch, RecSys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ML Engineer @ Paytm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BM25, IR, OpenSearch, Pinecone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ML Engineer @ Zomato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BM25, Embeddings, IR, L2R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NLP Engineer @ Salesforce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BM25, Elasticsearch, OpenSearch, Pinecone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47472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48640" y="3566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4864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697480" y="347472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2697480" y="3566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14,640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269748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Out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846320" y="347472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846320" y="3566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84632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Top 100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995160" y="347472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995160" y="3566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99516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Product Co.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296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164592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3.11, NumPy, Pandas, orjson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(all-MiniLM-L6-v2, 22M params)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(cosine similarity)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Sandbox: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Met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937760" y="164592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18.6s execution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(limit: 5 min)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~2GB RAM peak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(limit: 16GB)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 GPU)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calls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(fully offline)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147MB precomputed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(limit: 5GB)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21295C">
              <a:alpha val="6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4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21295C">
              <a:alpha val="7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2344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embeddings hybrid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 training labels — hand-crafted features encode JD knowledge, embeddings capture semantic meaning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938528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21295C">
              <a:alpha val="7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9842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modifier as multiplier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Inactive candidates can’t offset poor availability with good skills alone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688336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21295C">
              <a:alpha val="7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73405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text (25%) &gt; Title (15%)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JD explicitly warns against over-indexing on titles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438144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21295C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48386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trust scoring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Penalizes “expert” claims with 0 endorsements and 4 months duration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4187952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21295C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23367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groups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FAISS/Pinecone/Qdrant = "vector DB experience" — avoids penalizing equivalent tools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Candidate Ranking System</dc:title>
  <dc:subject>PptxGenJS Presentation</dc:subject>
  <dc:creator>Ronak Dedhiya</dc:creator>
  <cp:lastModifiedBy>Ronak Dedhiya</cp:lastModifiedBy>
  <cp:revision>1</cp:revision>
  <dcterms:created xsi:type="dcterms:W3CDTF">2026-06-14T04:05:29Z</dcterms:created>
  <dcterms:modified xsi:type="dcterms:W3CDTF">2026-06-14T04:05:29Z</dcterms:modified>
</cp:coreProperties>
</file>